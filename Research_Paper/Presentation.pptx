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21071D7-67A2-4E59-A221-927B161FCB9B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636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4A734-DA2F-7B5E-A326-7A5F3606F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4E7A4-54CE-819F-54F3-E5DA423D7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7EA86-517C-E4C3-A4A6-C2312890E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912F-0E63-4743-8FC2-51EE9458E9B8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5560F-9ACE-E10E-5E4A-FC55E4365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4347D-CC72-FB1E-D20A-23C8B4060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4612-158B-4257-8821-C04B6A7E46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736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1641-7AEE-8494-4AF9-6DFD29A7F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5DBEA-00A6-1169-D396-8865AB543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97FEE-94F0-7953-FE2C-60749B274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912F-0E63-4743-8FC2-51EE9458E9B8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62A8A-DCD2-CD7D-8BB4-0F930C031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35CAB-9026-6AB0-F6C5-385A728A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4612-158B-4257-8821-C04B6A7E46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000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80C8-D42B-7F7C-C3D2-C6093BEEB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BC71E-F937-F132-E7FC-AA6B14620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D077F-A68F-6FCD-8B72-E77321220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912F-0E63-4743-8FC2-51EE9458E9B8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5E0D0-0BF2-A622-0A7E-16D28E0F8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E97C0-0D17-51BD-3705-D7862CBC1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4612-158B-4257-8821-C04B6A7E46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871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BD4DD-1DBF-8894-9FB2-F9D28F671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C25C1-FDA4-ECF0-6611-30505B188A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D51AE-0DC7-F890-D416-3C15E44A5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86AAA-6116-3EDC-1759-D0CD0E159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912F-0E63-4743-8FC2-51EE9458E9B8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2B9B9-6551-C1BF-6B26-C9254E628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714B1-95A4-802E-F2CA-14DBCBEB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4612-158B-4257-8821-C04B6A7E46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559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1C629-45FB-C68D-E01C-D33C5398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02774-29C1-B12D-7C55-2919ED70C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A6A70-1950-59B4-53DD-3EB734676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4674B6-182E-47AC-FC54-D54B74A6C7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F7351-E374-9DD5-2DF5-24F8A88903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9D5EE7-9678-F4E4-9D50-A9459348C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912F-0E63-4743-8FC2-51EE9458E9B8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340FC5-8BFE-F64F-7F20-2ACB529BD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A7818F-E01C-5A7E-8696-CF09267FB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4612-158B-4257-8821-C04B6A7E46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199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09EA-CC40-83AC-72C2-8B68BA762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55FE5B-D065-7EB8-260D-9A1A8A670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912F-0E63-4743-8FC2-51EE9458E9B8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C3B3F-D4CA-F668-488C-43AFD7749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41A2F-5529-A7DA-28A5-D0CD19641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4612-158B-4257-8821-C04B6A7E46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05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B445E-3428-7D97-73C3-C90675466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912F-0E63-4743-8FC2-51EE9458E9B8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93F488-35CC-1B06-7CBF-F5A849BC8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01230-FDC1-8042-B276-CDE476D9A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4612-158B-4257-8821-C04B6A7E46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982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22B2B-0113-2D09-A374-D12ECA807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6ECDA-1AED-D501-6B10-21B56EBD6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3A713-B0C3-F20C-5812-29955CD31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06E31-33AD-E84C-8660-15923BCFD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912F-0E63-4743-8FC2-51EE9458E9B8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687C1-074C-009D-67DA-1E850E55B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C6230-D250-8090-0F36-3862275E0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4612-158B-4257-8821-C04B6A7E46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566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C0E2-0115-6D6A-3B92-76E07BD93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7CDDD9-D9E3-836A-ABE6-CC555F794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7AB49-6B89-1A8B-5984-FCF7A276C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B8BFC-DC50-E43E-4873-4D3BA4D68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912F-0E63-4743-8FC2-51EE9458E9B8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F397D-14FD-B11E-3D59-3537AEC3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7AD88-32C2-6CFD-0FFC-0A2701F5B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4612-158B-4257-8821-C04B6A7E46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964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3E518-3C72-8E46-64B7-EAD395DD6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E9570-BB8F-6C61-1276-7909A8D3A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4C056-B175-B181-B73A-C789F2598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912F-0E63-4743-8FC2-51EE9458E9B8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701B4-E9FB-C867-5D7D-20CE42D70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38BFB-428A-9A3E-9F88-1AB0E658C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4612-158B-4257-8821-C04B6A7E46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713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6DCCA4-BD9A-9499-341C-E68BB2141E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9685D-3877-4393-6D19-66A069D7C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9872C-7224-68CA-D064-7C6D0229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912F-0E63-4743-8FC2-51EE9458E9B8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BBC73-79C4-72D6-9142-EFEEAA0BA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C62F2-A489-A6E6-9B13-59234123B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4612-158B-4257-8821-C04B6A7E46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5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311521-736F-BFEA-4486-604051434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D3210-B549-6DB2-C406-0EB8F1401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315C3-A2B9-AEE1-E782-172FB39D1E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8912F-0E63-4743-8FC2-51EE9458E9B8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93CD4-AB8F-85D9-8EB6-F3026681B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6C3A-FAC0-0782-4042-A26CD8485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14612-158B-4257-8821-C04B6A7E46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39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2FE4A8-7BEA-0581-4D68-92342839CFFA}"/>
              </a:ext>
            </a:extLst>
          </p:cNvPr>
          <p:cNvSpPr txBox="1"/>
          <p:nvPr/>
        </p:nvSpPr>
        <p:spPr>
          <a:xfrm>
            <a:off x="2998341" y="339047"/>
            <a:ext cx="61953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/>
              <a:t>TRAINING PIPELINE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CA6763C-409D-791B-75CC-BB34848B6D11}"/>
              </a:ext>
            </a:extLst>
          </p:cNvPr>
          <p:cNvGrpSpPr/>
          <p:nvPr/>
        </p:nvGrpSpPr>
        <p:grpSpPr>
          <a:xfrm>
            <a:off x="336550" y="1963912"/>
            <a:ext cx="6391077" cy="1416292"/>
            <a:chOff x="336550" y="1963912"/>
            <a:chExt cx="6391077" cy="141629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3AD10E6-4CE1-ECBD-2CEC-BBBA9872B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017" y="1996954"/>
              <a:ext cx="987544" cy="987544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460F932-2D30-62B3-FFF3-D237358D7120}"/>
                </a:ext>
              </a:extLst>
            </p:cNvPr>
            <p:cNvCxnSpPr>
              <a:cxnSpLocks/>
            </p:cNvCxnSpPr>
            <p:nvPr/>
          </p:nvCxnSpPr>
          <p:spPr>
            <a:xfrm>
              <a:off x="1624730" y="2486260"/>
              <a:ext cx="1091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CFC0B2-8938-0C54-E3F6-0817A51C8EC0}"/>
                </a:ext>
              </a:extLst>
            </p:cNvPr>
            <p:cNvSpPr txBox="1"/>
            <p:nvPr/>
          </p:nvSpPr>
          <p:spPr>
            <a:xfrm>
              <a:off x="1576470" y="2178452"/>
              <a:ext cx="1188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/>
                <a:t>Data Ingestion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BEE37F5-742F-FA94-0E12-6F5E45A7F04D}"/>
                </a:ext>
              </a:extLst>
            </p:cNvPr>
            <p:cNvSpPr txBox="1"/>
            <p:nvPr/>
          </p:nvSpPr>
          <p:spPr>
            <a:xfrm>
              <a:off x="336550" y="3041650"/>
              <a:ext cx="1346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/>
                <a:t>PostgreSQL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8B1130C-4804-6830-1B89-FB8AE4C6D703}"/>
                </a:ext>
              </a:extLst>
            </p:cNvPr>
            <p:cNvGrpSpPr/>
            <p:nvPr/>
          </p:nvGrpSpPr>
          <p:grpSpPr>
            <a:xfrm>
              <a:off x="4742180" y="1963912"/>
              <a:ext cx="1985447" cy="1416292"/>
              <a:chOff x="2364323" y="1963912"/>
              <a:chExt cx="1985447" cy="1416292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5E6501E6-6010-5414-49F1-270D46C4F5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2374" y="1963912"/>
                <a:ext cx="1044696" cy="1044696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2EFBDBC-CA8D-0BAD-1BB2-9579A8C111EF}"/>
                  </a:ext>
                </a:extLst>
              </p:cNvPr>
              <p:cNvSpPr txBox="1"/>
              <p:nvPr/>
            </p:nvSpPr>
            <p:spPr>
              <a:xfrm>
                <a:off x="2364323" y="3041650"/>
                <a:ext cx="19854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b="1" dirty="0"/>
                  <a:t>Feature Engineering</a:t>
                </a:r>
              </a:p>
            </p:txBody>
          </p:sp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2500288-DC5D-3736-F804-518F9E874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87821" y="1992488"/>
              <a:ext cx="936746" cy="98754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B9FCCF6-C07E-B8BE-C5E7-164DEF23E6EA}"/>
                </a:ext>
              </a:extLst>
            </p:cNvPr>
            <p:cNvSpPr txBox="1"/>
            <p:nvPr/>
          </p:nvSpPr>
          <p:spPr>
            <a:xfrm>
              <a:off x="2764790" y="3041650"/>
              <a:ext cx="1346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/>
                <a:t>Data Frame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E06F637-357F-94E7-0968-33FF3A570101}"/>
                </a:ext>
              </a:extLst>
            </p:cNvPr>
            <p:cNvCxnSpPr>
              <a:cxnSpLocks/>
            </p:cNvCxnSpPr>
            <p:nvPr/>
          </p:nvCxnSpPr>
          <p:spPr>
            <a:xfrm>
              <a:off x="3923430" y="2455451"/>
              <a:ext cx="1091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3F122E1A-C7AA-C44F-BD3B-A5D5B6D5F4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591" y="1963911"/>
            <a:ext cx="1106546" cy="1061747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2D31838-9905-7E4B-B1C5-DAFB34F6212F}"/>
              </a:ext>
            </a:extLst>
          </p:cNvPr>
          <p:cNvCxnSpPr>
            <a:cxnSpLocks/>
          </p:cNvCxnSpPr>
          <p:nvPr/>
        </p:nvCxnSpPr>
        <p:spPr>
          <a:xfrm>
            <a:off x="6317380" y="2486260"/>
            <a:ext cx="1091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C80E249-2E7C-B2F0-B63A-F68D5735F99A}"/>
              </a:ext>
            </a:extLst>
          </p:cNvPr>
          <p:cNvSpPr txBox="1"/>
          <p:nvPr/>
        </p:nvSpPr>
        <p:spPr>
          <a:xfrm>
            <a:off x="7088288" y="3041650"/>
            <a:ext cx="1985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713357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Subrat Mishra</dc:creator>
  <cp:lastModifiedBy>Subrat Mishra</cp:lastModifiedBy>
  <cp:revision>1</cp:revision>
  <dcterms:created xsi:type="dcterms:W3CDTF">2025-09-01T15:25:53Z</dcterms:created>
  <dcterms:modified xsi:type="dcterms:W3CDTF">2025-09-01T15:26:30Z</dcterms:modified>
</cp:coreProperties>
</file>